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Uganda</c:v>
                  </c:pt>
                  <c:pt idx="2">
                    <c:v>Kenya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84</c:v>
                </c:pt>
                <c:pt idx="1">
                  <c:v>74</c:v>
                </c:pt>
                <c:pt idx="2">
                  <c:v>69</c:v>
                </c:pt>
                <c:pt idx="3">
                  <c:v>47</c:v>
                </c:pt>
                <c:pt idx="4">
                  <c:v>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Tanzania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0.993289</c:v>
                </c:pt>
                <c:pt idx="1">
                  <c:v>0.949701</c:v>
                </c:pt>
                <c:pt idx="2">
                  <c:v>0.899073</c:v>
                </c:pt>
                <c:pt idx="3">
                  <c:v>0.871729</c:v>
                </c:pt>
                <c:pt idx="4">
                  <c:v>0.831573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Tanzania</c:v>
                  </c:pt>
                  <c:pt idx="2">
                    <c:v>Kenya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1958650000</c:v>
                </c:pt>
                <c:pt idx="1">
                  <c:v>2578766.939</c:v>
                </c:pt>
                <c:pt idx="2">
                  <c:v>1665440.892</c:v>
                </c:pt>
                <c:pt idx="3">
                  <c:v>670923.5772</c:v>
                </c:pt>
                <c:pt idx="4">
                  <c:v>177919.708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Tanzania</c:v>
                  </c:pt>
                  <c:pt idx="2">
                    <c:v>Kenya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779407.0832</c:v>
                </c:pt>
                <c:pt idx="1">
                  <c:v>231.8618</c:v>
                </c:pt>
                <c:pt idx="2">
                  <c:v>289.793091</c:v>
                </c:pt>
                <c:pt idx="3">
                  <c:v>457.03241</c:v>
                </c:pt>
                <c:pt idx="4">
                  <c:v>169.770714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Tanzania</c:v>
                  </c:pt>
                  <c:pt idx="2">
                    <c:v>Kenya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68</c:v>
                </c:pt>
                <c:pt idx="1">
                  <c:v>141</c:v>
                </c:pt>
                <c:pt idx="2">
                  <c:v>76</c:v>
                </c:pt>
                <c:pt idx="3">
                  <c:v>26</c:v>
                </c:pt>
                <c:pt idx="4">
                  <c:v>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Tanzania</c:v>
                  </c:pt>
                  <c:pt idx="2">
                    <c:v>Kenya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5080472080</c:v>
                </c:pt>
                <c:pt idx="1">
                  <c:v>6528403.079</c:v>
                </c:pt>
                <c:pt idx="2">
                  <c:v>4047098.07</c:v>
                </c:pt>
                <c:pt idx="3">
                  <c:v>1367460.185</c:v>
                </c:pt>
                <c:pt idx="4">
                  <c:v>426047.6987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Tanzania</c:v>
                  </c:pt>
                  <c:pt idx="3">
                    <c:v>Uganda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378</c:v>
                </c:pt>
                <c:pt idx="1">
                  <c:v>850</c:v>
                </c:pt>
                <c:pt idx="2">
                  <c:v>1209</c:v>
                </c:pt>
                <c:pt idx="3">
                  <c:v>1226</c:v>
                </c:pt>
                <c:pt idx="4">
                  <c:v>1456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Uganda</c:v>
                  </c:pt>
                  <c:pt idx="2">
                    <c:v>Sierra Leone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88</c:v>
                </c:pt>
                <c:pt idx="1">
                  <c:v>111</c:v>
                </c:pt>
                <c:pt idx="2">
                  <c:v>127</c:v>
                </c:pt>
                <c:pt idx="3">
                  <c:v>209</c:v>
                </c:pt>
                <c:pt idx="4">
                  <c:v>281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Sierra Leone</c:v>
                  </c:pt>
                  <c:pt idx="2">
                    <c:v>Nigeria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</c:v>
                </c:pt>
                <c:pt idx="1">
                  <c:v>20</c:v>
                </c:pt>
                <c:pt idx="2">
                  <c:v>33</c:v>
                </c:pt>
                <c:pt idx="3">
                  <c:v>42</c:v>
                </c:pt>
                <c:pt idx="4">
                  <c:v>63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APRIL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May 8,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-13.8%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-21.6%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24,035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69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-11.5%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24,035 applications (-11.4%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avg applications per team (84).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21,791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90.7%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↓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21,791.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 had the highest approval rate (99.3%).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+355244.0%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-11.1%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+1.6%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-14.5%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$1,963,743,051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+31627.6%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63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38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$1,963,743,051 (+31627.6%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disbursements ($1,958,650,000).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April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April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+386635.3%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+0.8%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+19.9%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-3.6%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-18.1%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-11.9%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-42.0%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+24.5%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↓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3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Tanzania (2 days). Slowest: Kenya (3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+387968.7%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-7.1%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$5,092,841,089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+36218.7%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$5,092,841,089 (+36218.7%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has the largest loan book ($5,080,472,080).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April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April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April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$983,823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$-212,915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$-431,748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$339,160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$336,358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$668,244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$-114,665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$-404,204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$149,375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$137,171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$229,755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$-7,433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$-135,235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$87,087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$90,739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$186,262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$-47,749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$-161,850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$-23,337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$-29,100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$-82,622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$-56,151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-101.0%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$-65,698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$2,123,656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$-411,861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$-1,215,660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$496,135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$498,150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$2,123,656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$496,135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23.4%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+5.2%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+9.3%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+27.0%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+13.3%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+24.5%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-18.1%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-42.0%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-11.9%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+185.7%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-70.8%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+2.4%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-1.6%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-18.1%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+24.5%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-42.0%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-11.9%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April 2026</dc:title>
  <dc:subject>PptxGenJS Presentation</dc:subject>
  <dc:creator>Oya Microcredit</dc:creator>
  <cp:lastModifiedBy>Oya Microcredit</cp:lastModifiedBy>
  <cp:revision>1</cp:revision>
  <dcterms:created xsi:type="dcterms:W3CDTF">2026-05-08T16:31:44Z</dcterms:created>
  <dcterms:modified xsi:type="dcterms:W3CDTF">2026-05-08T16:31:44Z</dcterms:modified>
</cp:coreProperties>
</file>