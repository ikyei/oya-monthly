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Tanzania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69</c:v>
                </c:pt>
                <c:pt idx="1">
                  <c:v>47</c:v>
                </c:pt>
                <c:pt idx="2">
                  <c:v>29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0.993289</c:v>
                </c:pt>
                <c:pt idx="1">
                  <c:v>0.871729</c:v>
                </c:pt>
                <c:pt idx="2">
                  <c:v>0.831573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2578766.939</c:v>
                </c:pt>
                <c:pt idx="1">
                  <c:v>1665440.892</c:v>
                </c:pt>
                <c:pt idx="2">
                  <c:v>670923.5772</c:v>
                </c:pt>
                <c:pt idx="3">
                  <c:v>177919.708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231.8618</c:v>
                </c:pt>
                <c:pt idx="1">
                  <c:v>289.793091</c:v>
                </c:pt>
                <c:pt idx="2">
                  <c:v>457.03241</c:v>
                </c:pt>
                <c:pt idx="3">
                  <c:v>169.770714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141</c:v>
                </c:pt>
                <c:pt idx="1">
                  <c:v>76</c:v>
                </c:pt>
                <c:pt idx="2">
                  <c:v>26</c:v>
                </c:pt>
                <c:pt idx="3">
                  <c:v>66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Tanzania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12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6528403.079</c:v>
                </c:pt>
                <c:pt idx="1">
                  <c:v>4047098.07</c:v>
                </c:pt>
                <c:pt idx="2">
                  <c:v>1367460.185</c:v>
                </c:pt>
                <c:pt idx="3">
                  <c:v>426047.6987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378</c:v>
                </c:pt>
                <c:pt idx="2">
                  <c:v>850</c:v>
                </c:pt>
                <c:pt idx="3">
                  <c:v>1456</c:v>
                </c:pt>
                <c:pt idx="4">
                  <c:v>2127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88</c:v>
                </c:pt>
                <c:pt idx="2">
                  <c:v>127</c:v>
                </c:pt>
                <c:pt idx="3">
                  <c:v>209</c:v>
                </c:pt>
                <c:pt idx="4">
                  <c:v>494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20</c:v>
                </c:pt>
                <c:pt idx="2">
                  <c:v>33</c:v>
                </c:pt>
                <c:pt idx="3">
                  <c:v>42</c:v>
                </c:pt>
                <c:pt idx="4">
                  <c:v>112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APRIL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May 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9,521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-51.3%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9,521 applications (-60.8%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(69).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19,270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19,270.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(99.3%).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$5,093,051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-9.7%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78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$5,093,051 (-9.7%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($2,578,767).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April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April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-3.6%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Kenya (3 days). Slowest: Tanzania (12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$12,369,009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-2.7%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$12,369,009 (-2.7%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($6,528,403).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April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April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April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$983,823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$-212,915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$-631,748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$239,160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$668,244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$-114,665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$-510,760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$96,097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$229,755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$-7,433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$-199,921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$54,744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$32,644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$-29,100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$-82,622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$1,937,394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$-364,113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$-1,425,052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$333,851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$340,475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$1,937,394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$333,851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17.2%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+185.7%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-70.8%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April 2026</dc:title>
  <dc:subject>PptxGenJS Presentation</dc:subject>
  <dc:creator>Oya Microcredit</dc:creator>
  <cp:lastModifiedBy>Oya Microcredit</cp:lastModifiedBy>
  <cp:revision>1</cp:revision>
  <dcterms:created xsi:type="dcterms:W3CDTF">2026-05-07T22:50:52Z</dcterms:created>
  <dcterms:modified xsi:type="dcterms:W3CDTF">2026-05-07T22:50:52Z</dcterms:modified>
</cp:coreProperties>
</file>