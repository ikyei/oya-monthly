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533692.0981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212.372502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68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1384324.817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May 8,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$5,626,743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$5,626,743 (-9.1%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$13,753,334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$13,753,334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2026-05-08T17:32:44Z</dcterms:created>
  <dcterms:modified xsi:type="dcterms:W3CDTF">2026-05-08T17:32:44Z</dcterms:modified>
</cp:coreProperties>
</file>