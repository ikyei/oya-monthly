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</c:v>
                </c:pt>
                <c:pt idx="1">
                  <c:v>74</c:v>
                </c:pt>
                <c:pt idx="2">
                  <c:v>69</c:v>
                </c:pt>
                <c:pt idx="3">
                  <c:v>47</c:v>
                </c:pt>
                <c:pt idx="4">
                  <c:v>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Tanzania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0.993289</c:v>
                </c:pt>
                <c:pt idx="1">
                  <c:v>0.949701</c:v>
                </c:pt>
                <c:pt idx="2">
                  <c:v>0.899073</c:v>
                </c:pt>
                <c:pt idx="3">
                  <c:v>0.871729</c:v>
                </c:pt>
                <c:pt idx="4">
                  <c:v>0.831573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2578766.939</c:v>
                </c:pt>
                <c:pt idx="1">
                  <c:v>1665440.892</c:v>
                </c:pt>
                <c:pt idx="2">
                  <c:v>670923.5772</c:v>
                </c:pt>
                <c:pt idx="3">
                  <c:v>533692.0981</c:v>
                </c:pt>
                <c:pt idx="4">
                  <c:v>177919.708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231.8618</c:v>
                </c:pt>
                <c:pt idx="1">
                  <c:v>289.793091</c:v>
                </c:pt>
                <c:pt idx="2">
                  <c:v>457.03241</c:v>
                </c:pt>
                <c:pt idx="3">
                  <c:v>212.372502</c:v>
                </c:pt>
                <c:pt idx="4">
                  <c:v>169.770714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141</c:v>
                </c:pt>
                <c:pt idx="1">
                  <c:v>76</c:v>
                </c:pt>
                <c:pt idx="2">
                  <c:v>26</c:v>
                </c:pt>
                <c:pt idx="3">
                  <c:v>68</c:v>
                </c:pt>
                <c:pt idx="4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6528403.079</c:v>
                </c:pt>
                <c:pt idx="1">
                  <c:v>4047098.07</c:v>
                </c:pt>
                <c:pt idx="2">
                  <c:v>1384324.817</c:v>
                </c:pt>
                <c:pt idx="3">
                  <c:v>1367460.185</c:v>
                </c:pt>
                <c:pt idx="4">
                  <c:v>426047.6987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Tanzania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378</c:v>
                </c:pt>
                <c:pt idx="1">
                  <c:v>850</c:v>
                </c:pt>
                <c:pt idx="2">
                  <c:v>1209</c:v>
                </c:pt>
                <c:pt idx="3">
                  <c:v>1226</c:v>
                </c:pt>
                <c:pt idx="4">
                  <c:v>1456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88</c:v>
                </c:pt>
                <c:pt idx="1">
                  <c:v>111</c:v>
                </c:pt>
                <c:pt idx="2">
                  <c:v>127</c:v>
                </c:pt>
                <c:pt idx="3">
                  <c:v>209</c:v>
                </c:pt>
                <c:pt idx="4">
                  <c:v>281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20</c:v>
                </c:pt>
                <c:pt idx="2">
                  <c:v>33</c:v>
                </c:pt>
                <c:pt idx="3">
                  <c:v>42</c:v>
                </c:pt>
                <c:pt idx="4">
                  <c:v>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APRIL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June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24,035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69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24,035 applications (-11.4%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(84).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21,791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90.7%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21,791.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(99.3%).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$5,626,743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-9.1%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$5,626,743 (-9.1%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($2,578,767).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April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April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+19.9%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-3.6%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+5.4%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↓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Kenya (3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$13,753,334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-1.9%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$13,753,334 (-1.9%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($6,528,403).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April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April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April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$983,823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$-212,915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$-431,748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$339,160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$668,244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$-114,665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$-404,204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$149,375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$229,755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$-7,433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$-135,235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$87,087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$186,262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$-47,749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$-161,850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$-23,337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$55,571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$-29,100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$-82,622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$-56,151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$2,123,656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$-411,861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$-1,215,660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$496,135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$2,123,656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$496,135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23.4%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April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April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+185.7%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-70.8%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-18.1%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-42.0%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-11.9%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April 2026</dc:title>
  <dc:subject>PptxGenJS Presentation</dc:subject>
  <dc:creator>Oya Microcredit</dc:creator>
  <cp:lastModifiedBy>Oya Microcredit</cp:lastModifiedBy>
  <cp:revision>1</cp:revision>
  <dcterms:created xsi:type="dcterms:W3CDTF">2026-06-06T00:48:27Z</dcterms:created>
  <dcterms:modified xsi:type="dcterms:W3CDTF">2026-06-06T00:48:27Z</dcterms:modified>
</cp:coreProperties>
</file>