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1958650000</c:v>
                </c:pt>
                <c:pt idx="1">
                  <c:v>2578766.939</c:v>
                </c:pt>
                <c:pt idx="2">
                  <c:v>1665440.892</c:v>
                </c:pt>
                <c:pt idx="3">
                  <c:v>670923.5772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779407.0832</c:v>
                </c:pt>
                <c:pt idx="1">
                  <c:v>231.8618</c:v>
                </c:pt>
                <c:pt idx="2">
                  <c:v>289.793091</c:v>
                </c:pt>
                <c:pt idx="3">
                  <c:v>457.03241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</c:v>
                </c:pt>
                <c:pt idx="1">
                  <c:v>141</c:v>
                </c:pt>
                <c:pt idx="2">
                  <c:v>76</c:v>
                </c:pt>
                <c:pt idx="3">
                  <c:v>26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5080472080</c:v>
                </c:pt>
                <c:pt idx="1">
                  <c:v>6528403.079</c:v>
                </c:pt>
                <c:pt idx="2">
                  <c:v>4047098.07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+355244.0%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$1,963,743,051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+31627.6%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$1,963,743,051 (+31627.6%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disbursements ($1,958,650,000).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+386635.3%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+387968.7%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$5,092,841,089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+36218.7%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$5,092,841,089 (+36218.7%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has the largest loan book ($5,080,472,080).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2026-05-08T11:13:23Z</dcterms:created>
  <dcterms:modified xsi:type="dcterms:W3CDTF">2026-05-08T11:13:23Z</dcterms:modified>
</cp:coreProperties>
</file>