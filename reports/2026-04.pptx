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2578766.939</c:v>
                </c:pt>
                <c:pt idx="1">
                  <c:v>1665440.892</c:v>
                </c:pt>
                <c:pt idx="2">
                  <c:v>670923.5772</c:v>
                </c:pt>
                <c:pt idx="3">
                  <c:v>533692.0981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231.8618</c:v>
                </c:pt>
                <c:pt idx="1">
                  <c:v>289.793091</c:v>
                </c:pt>
                <c:pt idx="2">
                  <c:v>457.03241</c:v>
                </c:pt>
                <c:pt idx="3">
                  <c:v>212.372502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141</c:v>
                </c:pt>
                <c:pt idx="1">
                  <c:v>76</c:v>
                </c:pt>
                <c:pt idx="2">
                  <c:v>26</c:v>
                </c:pt>
                <c:pt idx="3">
                  <c:v>68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6528403.079</c:v>
                </c:pt>
                <c:pt idx="1">
                  <c:v>4047098.07</c:v>
                </c:pt>
                <c:pt idx="2">
                  <c:v>1384324.817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July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$5,626,743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-9.1%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$5,626,743 (-9.1%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($2,578,767).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$13,753,334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$13,753,334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($6,528,403).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2026-07-06T00:13:41Z</dcterms:created>
  <dcterms:modified xsi:type="dcterms:W3CDTF">2026-07-06T00:13:41Z</dcterms:modified>
</cp:coreProperties>
</file>