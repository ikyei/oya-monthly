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74</c:v>
                </c:pt>
                <c:pt idx="1">
                  <c:v>70</c:v>
                </c:pt>
                <c:pt idx="2">
                  <c:v>69</c:v>
                </c:pt>
                <c:pt idx="3">
                  <c:v>46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0.897347</c:v>
                </c:pt>
                <c:pt idx="1">
                  <c:v>0.892115</c:v>
                </c:pt>
                <c:pt idx="2">
                  <c:v>0.88682</c:v>
                </c:pt>
                <c:pt idx="3">
                  <c:v>0.747528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2105865.636</c:v>
                </c:pt>
                <c:pt idx="1">
                  <c:v>1841058.324</c:v>
                </c:pt>
                <c:pt idx="2">
                  <c:v>637220.2953</c:v>
                </c:pt>
                <c:pt idx="3">
                  <c:v>525338.9945</c:v>
                </c:pt>
                <c:pt idx="4">
                  <c:v>144223.8806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221.927035</c:v>
                </c:pt>
                <c:pt idx="1">
                  <c:v>269.87076</c:v>
                </c:pt>
                <c:pt idx="2">
                  <c:v>504.12998</c:v>
                </c:pt>
                <c:pt idx="3">
                  <c:v>215.214664</c:v>
                </c:pt>
                <c:pt idx="4">
                  <c:v>200.589542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123</c:v>
                </c:pt>
                <c:pt idx="1">
                  <c:v>87</c:v>
                </c:pt>
                <c:pt idx="2">
                  <c:v>22</c:v>
                </c:pt>
                <c:pt idx="3">
                  <c:v>61</c:v>
                </c:pt>
                <c:pt idx="4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4511567.825</c:v>
                </c:pt>
                <c:pt idx="1">
                  <c:v>4171516.4</c:v>
                </c:pt>
                <c:pt idx="2">
                  <c:v>1363984.051</c:v>
                </c:pt>
                <c:pt idx="3">
                  <c:v>1323250.999</c:v>
                </c:pt>
                <c:pt idx="4">
                  <c:v>341806.7374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614</c:v>
                </c:pt>
                <c:pt idx="1">
                  <c:v>834</c:v>
                </c:pt>
                <c:pt idx="2">
                  <c:v>1226</c:v>
                </c:pt>
                <c:pt idx="3">
                  <c:v>1418</c:v>
                </c:pt>
                <c:pt idx="4">
                  <c:v>1587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124</c:v>
                </c:pt>
                <c:pt idx="1">
                  <c:v>173</c:v>
                </c:pt>
                <c:pt idx="2">
                  <c:v>187</c:v>
                </c:pt>
                <c:pt idx="3">
                  <c:v>253</c:v>
                </c:pt>
                <c:pt idx="4">
                  <c:v>375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21</c:v>
                </c:pt>
                <c:pt idx="2">
                  <c:v>47</c:v>
                </c:pt>
                <c:pt idx="3">
                  <c:v>51</c:v>
                </c:pt>
                <c:pt idx="4">
                  <c:v>125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AUGUST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9,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22,584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66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22,584 applications (-2.8%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11,314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11,314.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(89.7%).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-8.7%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$5,253,707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$5,253,707 (-4.6%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($2,105,866).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August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August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-2.7%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-15.4%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Nigeria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$11,712,126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-3.5%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$11,712,126 (-3.5%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($4,511,568).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August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August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August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$638,021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$-128,746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$-427,746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$81,529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$212,541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$-6,427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$71,544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$835,063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$-187,050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$-584,631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$63,382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$98,224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$195,770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$-57,386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$-154,677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$-16,293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$51,795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$-19,767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$-88,893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$-56,864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$1,933,190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$-399,376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$-1,390,517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$143,298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$268,077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$1,933,190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$143,298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-15.4%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-19.1%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August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August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-15.4%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-9.5%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-19.1%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August 2026</dc:title>
  <dc:subject>PptxGenJS Presentation</dc:subject>
  <dc:creator>Oya Microcredit</dc:creator>
  <cp:lastModifiedBy>Oya Microcredit</cp:lastModifiedBy>
  <cp:revision>1</cp:revision>
  <dcterms:created xsi:type="dcterms:W3CDTF">2026-09-09T12:46:31Z</dcterms:created>
  <dcterms:modified xsi:type="dcterms:W3CDTF">2026-09-09T12:46:31Z</dcterms:modified>
</cp:coreProperties>
</file>