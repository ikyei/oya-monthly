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80</c:v>
                </c:pt>
                <c:pt idx="2">
                  <c:v>74</c:v>
                </c:pt>
                <c:pt idx="3">
                  <c:v>47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Tanzania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0.962191</c:v>
                </c:pt>
                <c:pt idx="1">
                  <c:v>0.94675</c:v>
                </c:pt>
                <c:pt idx="2">
                  <c:v>0.946624</c:v>
                </c:pt>
                <c:pt idx="3">
                  <c:v>0.915845</c:v>
                </c:pt>
                <c:pt idx="4">
                  <c:v>0.882889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1244</c:v>
                </c:pt>
                <c:pt idx="4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248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64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May 5,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27,138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27,138 applications (-3.6%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25,596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25,596.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(96.2%).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$220,744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$-124,684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$68,359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$-33,474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$-85,519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$2,140,057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$-355,195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$-1,286,713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$289,538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$2,140,057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$498,150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23.3%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2026-05-05T23:56:05Z</dcterms:created>
  <dcterms:modified xsi:type="dcterms:W3CDTF">2026-05-05T23:56:05Z</dcterms:modified>
</cp:coreProperties>
</file>