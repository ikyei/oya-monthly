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</c:v>
                </c:pt>
                <c:pt idx="1">
                  <c:v>80</c:v>
                </c:pt>
                <c:pt idx="2">
                  <c:v>74</c:v>
                </c:pt>
                <c:pt idx="3">
                  <c:v>47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Nigeria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0.962191</c:v>
                </c:pt>
                <c:pt idx="1">
                  <c:v>0.94675</c:v>
                </c:pt>
                <c:pt idx="2">
                  <c:v>0.915845</c:v>
                </c:pt>
                <c:pt idx="3">
                  <c:v>0.882889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2899960.102</c:v>
                </c:pt>
                <c:pt idx="1">
                  <c:v>1869538.462</c:v>
                </c:pt>
                <c:pt idx="2">
                  <c:v>660646.4921</c:v>
                </c:pt>
                <c:pt idx="3">
                  <c:v>551198.3471</c:v>
                </c:pt>
                <c:pt idx="4">
                  <c:v>208043.7956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229.936576</c:v>
                </c:pt>
                <c:pt idx="1">
                  <c:v>241.636094</c:v>
                </c:pt>
                <c:pt idx="2">
                  <c:v>473.921443</c:v>
                </c:pt>
                <c:pt idx="3">
                  <c:v>201.535045</c:v>
                </c:pt>
                <c:pt idx="4">
                  <c:v>177.36044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160</c:v>
                </c:pt>
                <c:pt idx="1">
                  <c:v>131</c:v>
                </c:pt>
                <c:pt idx="2">
                  <c:v>26</c:v>
                </c:pt>
                <c:pt idx="3">
                  <c:v>83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6676011.45</c:v>
                </c:pt>
                <c:pt idx="1">
                  <c:v>4212998.746</c:v>
                </c:pt>
                <c:pt idx="2">
                  <c:v>1365888.828</c:v>
                </c:pt>
                <c:pt idx="3">
                  <c:v>1309168.382</c:v>
                </c:pt>
                <c:pt idx="4">
                  <c:v>458573.7445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</c:v>
                </c:pt>
                <c:pt idx="1">
                  <c:v>808</c:v>
                </c:pt>
                <c:pt idx="2">
                  <c:v>1122</c:v>
                </c:pt>
                <c:pt idx="3">
                  <c:v>1244</c:v>
                </c:pt>
                <c:pt idx="4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100</c:v>
                </c:pt>
                <c:pt idx="2">
                  <c:v>115</c:v>
                </c:pt>
                <c:pt idx="3">
                  <c:v>193</c:v>
                </c:pt>
                <c:pt idx="4">
                  <c:v>248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40</c:v>
                </c:pt>
                <c:pt idx="3">
                  <c:v>64</c:v>
                </c:pt>
                <c:pt idx="4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MARCH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April 8,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27,138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-3.7%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27,138 applications (-3.6%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13,022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48.0%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13,022.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(96.2%).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$6,189,387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$6,189,387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($2,899,960).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March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March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Kenya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$14,022,641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+2.6%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$14,022,641 (+2.6%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($6,676,011).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March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March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March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$1,002,357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$-169,884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$-496,116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$671,626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$-434,403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$-182,780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$29,590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$192,034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$-145,991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$-33,474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$-76,360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$2,137,004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$-355,195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$-1,344,493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$426,339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$287,206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$2,137,004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$426,339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20.0%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March 2026</dc:title>
  <dc:subject>PptxGenJS Presentation</dc:subject>
  <dc:creator>Oya Microcredit</dc:creator>
  <cp:lastModifiedBy>Oya Microcredit</cp:lastModifiedBy>
  <cp:revision>1</cp:revision>
  <dcterms:created xsi:type="dcterms:W3CDTF">2026-04-08T10:30:50Z</dcterms:created>
  <dcterms:modified xsi:type="dcterms:W3CDTF">2026-04-08T10:30:50Z</dcterms:modified>
</cp:coreProperties>
</file>