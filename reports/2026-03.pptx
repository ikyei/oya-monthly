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0.915845</c:v>
                </c:pt>
                <c:pt idx="3">
                  <c:v>0.882889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April 15,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13,022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48.0%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13,022.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$-182,780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$2,137,004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$-1,344,808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$437,001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$287,206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$2,137,004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$437,001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2026-04-15T15:14:52Z</dcterms:created>
  <dcterms:modified xsi:type="dcterms:W3CDTF">2026-04-15T15:14:52Z</dcterms:modified>
</cp:coreProperties>
</file>