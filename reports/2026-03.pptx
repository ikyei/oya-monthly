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0.946624</c:v>
                </c:pt>
                <c:pt idx="3">
                  <c:v>0.915845</c:v>
                </c:pt>
                <c:pt idx="4">
                  <c:v>0.882889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chart" Target="/ppt/charts/chart2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July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25,596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25,596.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2026-07-06T00:13:41Z</dcterms:created>
  <dcterms:modified xsi:type="dcterms:W3CDTF">2026-07-06T00:13:41Z</dcterms:modified>
</cp:coreProperties>
</file>