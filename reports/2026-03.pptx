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74</c:v>
                </c:pt>
                <c:pt idx="2">
                  <c:v>47</c:v>
                </c:pt>
                <c:pt idx="3">
                  <c:v>37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0.94675</c:v>
                </c:pt>
                <c:pt idx="1">
                  <c:v>0.915845</c:v>
                </c:pt>
                <c:pt idx="2">
                  <c:v>0.882889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1477</c:v>
                </c:pt>
                <c:pt idx="4">
                  <c:v>2189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436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112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April 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13,855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-40.7%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13,855 applications (-50.8%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(80).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10,299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10,299.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approval rate (94.7%).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Sierra Leone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$-182,780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$29,590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$5,775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$-29,011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$-71,897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-1244.9%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$2,089,484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$-350,732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$-1,344,493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$430,802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$287,206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$2,089,484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$430,802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20.6%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2026-04-07T17:21:45Z</dcterms:created>
  <dcterms:modified xsi:type="dcterms:W3CDTF">2026-04-07T17:21:45Z</dcterms:modified>
</cp:coreProperties>
</file>