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Uganda</c:v>
                  </c:pt>
                  <c:pt idx="2">
                    <c:v>Kenya</c:v>
                  </c:pt>
                  <c:pt idx="3">
                    <c:v>Nigeria</c:v>
                  </c:pt>
                  <c:pt idx="4">
                    <c:v>Sierra Leone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88</c:v>
                </c:pt>
                <c:pt idx="1">
                  <c:v>75</c:v>
                </c:pt>
                <c:pt idx="2">
                  <c:v>67</c:v>
                </c:pt>
                <c:pt idx="3">
                  <c:v>50</c:v>
                </c:pt>
                <c:pt idx="4">
                  <c:v>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Kenya</c:v>
                  </c:pt>
                  <c:pt idx="1">
                    <c:v>Nigeria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0.907287</c:v>
                </c:pt>
                <c:pt idx="1">
                  <c:v>0.900424</c:v>
                </c:pt>
                <c:pt idx="2">
                  <c:v>0.855277</c:v>
                </c:pt>
                <c:pt idx="3">
                  <c:v>0.729746</c:v>
                </c:pt>
                <c:pt idx="4">
                  <c:v>0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2650146.655</c:v>
                </c:pt>
                <c:pt idx="1">
                  <c:v>1831199.383</c:v>
                </c:pt>
                <c:pt idx="2">
                  <c:v>623203.2044</c:v>
                </c:pt>
                <c:pt idx="3">
                  <c:v>518626.8932</c:v>
                </c:pt>
                <c:pt idx="4">
                  <c:v>161574.6269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220.992883</c:v>
                </c:pt>
                <c:pt idx="1">
                  <c:v>277.749034</c:v>
                </c:pt>
                <c:pt idx="2">
                  <c:v>509.56926</c:v>
                </c:pt>
                <c:pt idx="3">
                  <c:v>220.317287</c:v>
                </c:pt>
                <c:pt idx="4">
                  <c:v>204.784064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169</c:v>
                </c:pt>
                <c:pt idx="1">
                  <c:v>87</c:v>
                </c:pt>
                <c:pt idx="2">
                  <c:v>23</c:v>
                </c:pt>
                <c:pt idx="3">
                  <c:v>62</c:v>
                </c:pt>
                <c:pt idx="4">
                  <c:v>34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Nigeria</c:v>
                  </c:pt>
                  <c:pt idx="2">
                    <c:v>Tanzania</c:v>
                  </c:pt>
                  <c:pt idx="3">
                    <c:v>Kenya</c:v>
                  </c:pt>
                  <c:pt idx="4">
                    <c:v>Sierra Leone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5353071.217</c:v>
                </c:pt>
                <c:pt idx="1">
                  <c:v>3941601.473</c:v>
                </c:pt>
                <c:pt idx="2">
                  <c:v>1320429.609</c:v>
                </c:pt>
                <c:pt idx="3">
                  <c:v>1298823.678</c:v>
                </c:pt>
                <c:pt idx="4">
                  <c:v>343133.7595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Uganda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696</c:v>
                </c:pt>
                <c:pt idx="1">
                  <c:v>888</c:v>
                </c:pt>
                <c:pt idx="2">
                  <c:v>1184</c:v>
                </c:pt>
                <c:pt idx="3">
                  <c:v>1388</c:v>
                </c:pt>
                <c:pt idx="4">
                  <c:v>1571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Sierra Leone</c:v>
                  </c:pt>
                  <c:pt idx="1">
                    <c:v>Nigeria</c:v>
                  </c:pt>
                  <c:pt idx="2">
                    <c:v>Uganda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111</c:v>
                </c:pt>
                <c:pt idx="1">
                  <c:v>121</c:v>
                </c:pt>
                <c:pt idx="2">
                  <c:v>128</c:v>
                </c:pt>
                <c:pt idx="3">
                  <c:v>223</c:v>
                </c:pt>
                <c:pt idx="4">
                  <c:v>322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Sierra Leone</c:v>
                  </c:pt>
                  <c:pt idx="2">
                    <c:v>Nigeria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34</c:v>
                </c:pt>
                <c:pt idx="2">
                  <c:v>43</c:v>
                </c:pt>
                <c:pt idx="3">
                  <c:v>51</c:v>
                </c:pt>
                <c:pt idx="4">
                  <c:v>104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SEPTEMBER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October 9,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September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+27.5%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+8.7%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25,004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73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+10.6%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25,004 applications (+10.7%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avg applications per team (88).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September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11,089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44.3%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↓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11,089.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had the highest approval rate (90.7%).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September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+25.8%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-0.5%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-1.3%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+12.0%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$5,784,751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+10.1%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67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0332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0332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0332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955280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308592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9308592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110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10661904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10661904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37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955280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955280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37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9308592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9308592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19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7955280" y="5321808"/>
            <a:ext cx="4069080" cy="960120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321808"/>
            <a:ext cx="54864" cy="9601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376672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641848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$5,784,751 (+10.1%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($2,650,147).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September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September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-0.4%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+2.9%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+1.1%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+2.4%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+2.1%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+37.4%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+4.5%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+1.6%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-10.5%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Days from Application to Disbursement – September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 days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 Time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turnaround: 3 days.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Fastest: Uganda (2 days). Slowest: Sierra Leone (5 days).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September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+18.7%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-5.5%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-0.2%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+0.4%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$12,257,060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+4.7%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$12,257,060 (+4.7%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($5,353,071).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September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September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September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$900,076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$-141,746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$-561,501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$196,829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$63,382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$683,264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$-137,236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$-460,111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$85,917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$81,529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$212,862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$-9,694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$-138,478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$64,691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$71,544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$191,478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$-55,163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$-146,661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$-10,346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$-20,922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$52,700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$-10,788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$-80,219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$-38,306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-72.7%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$-56,864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$2,040,381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$-354,627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$-1,386,969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$298,784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$138,668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$2,040,381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$298,784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14.6%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September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+13.4%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+3.6%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-1.0%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September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-37.6%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-35.3%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+3.2%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-11.9%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-14.1%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+4.5%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-10.5%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+1.6%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+37.4%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September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+11.1%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+61.9%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-15.7%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+8.5%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-16.8%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+1.6%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+4.5%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-10.5%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+37.4%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September 2026</dc:title>
  <dc:subject>PptxGenJS Presentation</dc:subject>
  <dc:creator>Oya Microcredit</dc:creator>
  <cp:lastModifiedBy>Oya Microcredit</cp:lastModifiedBy>
  <cp:revision>1</cp:revision>
  <dcterms:created xsi:type="dcterms:W3CDTF">2026-10-09T09:08:51Z</dcterms:created>
  <dcterms:modified xsi:type="dcterms:W3CDTF">2026-10-09T09:08:51Z</dcterms:modified>
</cp:coreProperties>
</file>