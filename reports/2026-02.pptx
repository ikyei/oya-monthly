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0.944763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2571</c:v>
                </c:pt>
                <c:pt idx="1">
                  <c:v>2973</c:v>
                </c:pt>
                <c:pt idx="2">
                  <c:v>2658</c:v>
                </c:pt>
                <c:pt idx="3">
                  <c:v>1609</c:v>
                </c:pt>
                <c:pt idx="4">
                  <c:v>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</c:v>
                </c:pt>
                <c:pt idx="1">
                  <c:v>326</c:v>
                </c:pt>
                <c:pt idx="2">
                  <c:v>199</c:v>
                </c:pt>
                <c:pt idx="3">
                  <c:v>291</c:v>
                </c:pt>
                <c:pt idx="4">
                  <c:v>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-197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+9726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+8331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+6331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+9215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$11,897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(+31.8%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+45.4%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(+45.4%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+1159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+1756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+1875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+2170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2026-03-12T17:21:22Z</dcterms:created>
  <dcterms:modified xsi:type="dcterms:W3CDTF">2026-03-12T17:21:22Z</dcterms:modified>
</cp:coreProperties>
</file>