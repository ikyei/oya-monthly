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0.972603</c:v>
                </c:pt>
                <c:pt idx="1">
                  <c:v>0.944763</c:v>
                </c:pt>
                <c:pt idx="2">
                  <c:v>0.933149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2785600.415</c:v>
                </c:pt>
                <c:pt idx="1">
                  <c:v>1820891.473</c:v>
                </c:pt>
                <c:pt idx="2">
                  <c:v>667832.689</c:v>
                </c:pt>
                <c:pt idx="3">
                  <c:v>572205.0562</c:v>
                </c:pt>
                <c:pt idx="4">
                  <c:v>143592.5926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219.373162</c:v>
                </c:pt>
                <c:pt idx="1">
                  <c:v>224.940268</c:v>
                </c:pt>
                <c:pt idx="2">
                  <c:v>465.064547</c:v>
                </c:pt>
                <c:pt idx="3">
                  <c:v>203.704185</c:v>
                </c:pt>
                <c:pt idx="4">
                  <c:v>165.429254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135</c:v>
                </c:pt>
                <c:pt idx="2">
                  <c:v>26</c:v>
                </c:pt>
                <c:pt idx="3">
                  <c:v>83</c:v>
                </c:pt>
                <c:pt idx="4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Nigeria</c:v>
                  </c:pt>
                  <c:pt idx="3">
                    <c:v>Uganda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1332374.784</c:v>
                </c:pt>
                <c:pt idx="3">
                  <c:v>1328495.447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363</c:v>
                </c:pt>
                <c:pt idx="1">
                  <c:v>805</c:v>
                </c:pt>
                <c:pt idx="2">
                  <c:v>1285</c:v>
                </c:pt>
                <c:pt idx="3">
                  <c:v>1329</c:v>
                </c:pt>
                <c:pt idx="4">
                  <c:v>1486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99</c:v>
                </c:pt>
                <c:pt idx="2">
                  <c:v>145</c:v>
                </c:pt>
                <c:pt idx="3">
                  <c:v>163</c:v>
                </c:pt>
                <c:pt idx="4">
                  <c:v>227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30</c:v>
                </c:pt>
                <c:pt idx="2">
                  <c:v>37</c:v>
                </c:pt>
                <c:pt idx="3">
                  <c:v>43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 (-7.1%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$5,990,122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$5,990,122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($2,785,600).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+11.8%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Median Days from Application to Disbursement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Median Turnaround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2026-03-17T16:11:20Z</dcterms:created>
  <dcterms:modified xsi:type="dcterms:W3CDTF">2026-03-17T16:11:20Z</dcterms:modified>
</cp:coreProperties>
</file>