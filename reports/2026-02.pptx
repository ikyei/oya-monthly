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0.972603</c:v>
                </c:pt>
                <c:pt idx="1">
                  <c:v>0.944763</c:v>
                </c:pt>
                <c:pt idx="2">
                  <c:v>0.933149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1901411.216</c:v>
                </c:pt>
                <c:pt idx="1">
                  <c:v>1255542.636</c:v>
                </c:pt>
                <c:pt idx="2">
                  <c:v>548074.3098</c:v>
                </c:pt>
                <c:pt idx="3">
                  <c:v>349353.9326</c:v>
                </c:pt>
                <c:pt idx="4">
                  <c:v>97814.81481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216.685039</c:v>
                </c:pt>
                <c:pt idx="1">
                  <c:v>224.64531</c:v>
                </c:pt>
                <c:pt idx="2">
                  <c:v>494.651904</c:v>
                </c:pt>
                <c:pt idx="3">
                  <c:v>217.937575</c:v>
                </c:pt>
                <c:pt idx="4">
                  <c:v>171.304404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131</c:v>
                </c:pt>
                <c:pt idx="1">
                  <c:v>114</c:v>
                </c:pt>
                <c:pt idx="2">
                  <c:v>26</c:v>
                </c:pt>
                <c:pt idx="3">
                  <c:v>55</c:v>
                </c:pt>
                <c:pt idx="4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1332374.784</c:v>
                </c:pt>
                <c:pt idx="3">
                  <c:v>1328495.447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363</c:v>
                </c:pt>
                <c:pt idx="1">
                  <c:v>805</c:v>
                </c:pt>
                <c:pt idx="2">
                  <c:v>1285</c:v>
                </c:pt>
                <c:pt idx="3">
                  <c:v>1329</c:v>
                </c:pt>
                <c:pt idx="4">
                  <c:v>1486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99</c:v>
                </c:pt>
                <c:pt idx="2">
                  <c:v>145</c:v>
                </c:pt>
                <c:pt idx="3">
                  <c:v>163</c:v>
                </c:pt>
                <c:pt idx="4">
                  <c:v>227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30</c:v>
                </c:pt>
                <c:pt idx="2">
                  <c:v>37</c:v>
                </c:pt>
                <c:pt idx="3">
                  <c:v>43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14,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+65.9%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$4,152,197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+4.1%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$4,152,197 (+5.4%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($1,901,411).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+16.9%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-6.5%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-24.5%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-40.2%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-14.9%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-33.3%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+34.1%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+78.3%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+78.3%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-33.3%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-14.9%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-40.2%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-33.3%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-14.9%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-40.2%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+78.3%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2026-03-14T15:24:27Z</dcterms:created>
  <dcterms:modified xsi:type="dcterms:W3CDTF">2026-03-14T15:24:27Z</dcterms:modified>
</cp:coreProperties>
</file>