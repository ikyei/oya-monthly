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3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97</c:v>
                </c:pt>
                <c:pt idx="1">
                  <c:v>85</c:v>
                </c:pt>
                <c:pt idx="2">
                  <c:v>75</c:v>
                </c:pt>
                <c:pt idx="3">
                  <c:v>52</c:v>
                </c:pt>
                <c:pt idx="4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Tanzania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0.972603</c:v>
                </c:pt>
                <c:pt idx="1">
                  <c:v>0.944763</c:v>
                </c:pt>
                <c:pt idx="2">
                  <c:v>0.933149</c:v>
                </c:pt>
                <c:pt idx="3">
                  <c:v>0.833138</c:v>
                </c:pt>
                <c:pt idx="4">
                  <c:v>0.633053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2785600.415</c:v>
                </c:pt>
                <c:pt idx="1">
                  <c:v>1820891.473</c:v>
                </c:pt>
                <c:pt idx="2">
                  <c:v>667832.689</c:v>
                </c:pt>
                <c:pt idx="3">
                  <c:v>572205.0562</c:v>
                </c:pt>
                <c:pt idx="4">
                  <c:v>143592.5926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219.373162</c:v>
                </c:pt>
                <c:pt idx="1">
                  <c:v>224.940268</c:v>
                </c:pt>
                <c:pt idx="2">
                  <c:v>465.064547</c:v>
                </c:pt>
                <c:pt idx="3">
                  <c:v>203.704185</c:v>
                </c:pt>
                <c:pt idx="4">
                  <c:v>165.429254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159</c:v>
                </c:pt>
                <c:pt idx="1">
                  <c:v>135</c:v>
                </c:pt>
                <c:pt idx="2">
                  <c:v>26</c:v>
                </c:pt>
                <c:pt idx="3">
                  <c:v>83</c:v>
                </c:pt>
                <c:pt idx="4">
                  <c:v>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Nigeria</c:v>
                  </c:pt>
                  <c:pt idx="3">
                    <c:v>Uganda</c:v>
                  </c:pt>
                  <c:pt idx="4">
                    <c:v>Sierra Leone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2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6318825.621</c:v>
                </c:pt>
                <c:pt idx="1">
                  <c:v>4177694.043</c:v>
                </c:pt>
                <c:pt idx="2">
                  <c:v>1332374.784</c:v>
                </c:pt>
                <c:pt idx="3">
                  <c:v>1328495.447</c:v>
                </c:pt>
                <c:pt idx="4">
                  <c:v>504260.5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Tanzania</c:v>
                  </c:pt>
                  <c:pt idx="3">
                    <c:v>Uganda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363</c:v>
                </c:pt>
                <c:pt idx="1">
                  <c:v>805</c:v>
                </c:pt>
                <c:pt idx="2">
                  <c:v>1285</c:v>
                </c:pt>
                <c:pt idx="3">
                  <c:v>1329</c:v>
                </c:pt>
                <c:pt idx="4">
                  <c:v>1486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99</c:v>
                </c:pt>
                <c:pt idx="2">
                  <c:v>145</c:v>
                </c:pt>
                <c:pt idx="3">
                  <c:v>163</c:v>
                </c:pt>
                <c:pt idx="4">
                  <c:v>227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Sierra Leone</c:v>
                  </c:pt>
                  <c:pt idx="1">
                    <c:v>Uganda</c:v>
                  </c:pt>
                  <c:pt idx="2">
                    <c:v>Kenya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30</c:v>
                </c:pt>
                <c:pt idx="2">
                  <c:v>37</c:v>
                </c:pt>
                <c:pt idx="3">
                  <c:v>43</c:v>
                </c:pt>
                <c:pt idx="4">
                  <c:v>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chart" Target="/ppt/charts/chart3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FEBRUARY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July 6,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-23.4%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28,147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81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-6.9%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28,147 applications (-7.1%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(97).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25,937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92.1%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25,937.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approval rate (97.3%).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+62.9%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$5,990,122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-1.9%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74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102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$5,990,122 (-1.9%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($2,785,600).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February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February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+4.7%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+7.2%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+11.8%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-9.6%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-22.5%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-35.6%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-41.3%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+22.1%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+72.2%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4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(2 days). Slowest: Sierra Leone (6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+7.5%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$13,661,650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+12.4%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$13,661,650 (+12.4%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($6,318,826).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February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February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February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$863,691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$-134,461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$-494,497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$234,734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$587,291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$-80,610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$-393,160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$113,521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$190,965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$-5,647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$-119,291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$166,490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$-46,267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$-157,512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$-37,289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$37,223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$-39,982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$-87,693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$1,845,661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$-306,968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$-1,252,152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$286,540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$1,845,661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$286,540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15.5%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+23.9%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+4.7%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+13.2%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+12.5%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+72.2%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+22.1%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-41.3%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-35.6%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-71.4%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+68.2%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-28.3%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-27.9%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+22.1%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-41.3%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-35.6%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+72.2%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February 2026</dc:title>
  <dc:subject>PptxGenJS Presentation</dc:subject>
  <dc:creator>Oya Microcredit</dc:creator>
  <cp:lastModifiedBy>Oya Microcredit</cp:lastModifiedBy>
  <cp:revision>1</cp:revision>
  <dcterms:created xsi:type="dcterms:W3CDTF">2026-07-06T00:13:41Z</dcterms:created>
  <dcterms:modified xsi:type="dcterms:W3CDTF">2026-07-06T00:13:41Z</dcterms:modified>
</cp:coreProperties>
</file>