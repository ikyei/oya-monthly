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548074.3098</c:v>
                </c:pt>
                <c:pt idx="3">
                  <c:v>349353.9326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494.651904</c:v>
                </c:pt>
                <c:pt idx="3">
                  <c:v>217.937575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26</c:v>
                </c:pt>
                <c:pt idx="3">
                  <c:v>55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14,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+4.1%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2026-03-14T10:19:28Z</dcterms:created>
  <dcterms:modified xsi:type="dcterms:W3CDTF">2026-03-14T10:19:28Z</dcterms:modified>
</cp:coreProperties>
</file>