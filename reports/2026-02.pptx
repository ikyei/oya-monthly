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1285</c:v>
                </c:pt>
                <c:pt idx="1">
                  <c:v>1486</c:v>
                </c:pt>
                <c:pt idx="2">
                  <c:v>1329</c:v>
                </c:pt>
                <c:pt idx="3">
                  <c:v>805</c:v>
                </c:pt>
                <c:pt idx="4">
                  <c:v>363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227</c:v>
                </c:pt>
                <c:pt idx="1">
                  <c:v>163</c:v>
                </c:pt>
                <c:pt idx="2">
                  <c:v>99</c:v>
                </c:pt>
                <c:pt idx="3">
                  <c:v>145</c:v>
                </c:pt>
                <c:pt idx="4">
                  <c:v>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+4.1%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2026-03-13T17:13:43Z</dcterms:created>
  <dcterms:modified xsi:type="dcterms:W3CDTF">2026-03-13T17:13:43Z</dcterms:modified>
</cp:coreProperties>
</file>