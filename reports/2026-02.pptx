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85</c:v>
                </c:pt>
                <c:pt idx="2">
                  <c:v>75</c:v>
                </c:pt>
                <c:pt idx="3">
                  <c:v>52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0.933149</c:v>
                </c:pt>
                <c:pt idx="2">
                  <c:v>0.972603</c:v>
                </c:pt>
                <c:pt idx="3">
                  <c:v>0.833138</c:v>
                </c:pt>
                <c:pt idx="4">
                  <c:v>0.633053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1901411.216</c:v>
                </c:pt>
                <c:pt idx="1">
                  <c:v>1255542.636</c:v>
                </c:pt>
                <c:pt idx="2">
                  <c:v>349353.9326</c:v>
                </c:pt>
                <c:pt idx="3">
                  <c:v>548074.3098</c:v>
                </c:pt>
                <c:pt idx="4">
                  <c:v>97814.81481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216.685039</c:v>
                </c:pt>
                <c:pt idx="1">
                  <c:v>224.64531</c:v>
                </c:pt>
                <c:pt idx="2">
                  <c:v>217.937575</c:v>
                </c:pt>
                <c:pt idx="3">
                  <c:v>494.651904</c:v>
                </c:pt>
                <c:pt idx="4">
                  <c:v>171.304404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131</c:v>
                </c:pt>
                <c:pt idx="1">
                  <c:v>114</c:v>
                </c:pt>
                <c:pt idx="2">
                  <c:v>55</c:v>
                </c:pt>
                <c:pt idx="3">
                  <c:v>26</c:v>
                </c:pt>
                <c:pt idx="4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6318825.621</c:v>
                </c:pt>
                <c:pt idx="1">
                  <c:v>4177694.043</c:v>
                </c:pt>
                <c:pt idx="2">
                  <c:v>1328495.447</c:v>
                </c:pt>
                <c:pt idx="3">
                  <c:v>1332374.784</c:v>
                </c:pt>
                <c:pt idx="4">
                  <c:v>504260.5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2571</c:v>
                </c:pt>
                <c:pt idx="1">
                  <c:v>2973</c:v>
                </c:pt>
                <c:pt idx="2">
                  <c:v>2658</c:v>
                </c:pt>
                <c:pt idx="3">
                  <c:v>1609</c:v>
                </c:pt>
                <c:pt idx="4">
                  <c:v>725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455</c:v>
                </c:pt>
                <c:pt idx="1">
                  <c:v>326</c:v>
                </c:pt>
                <c:pt idx="2">
                  <c:v>199</c:v>
                </c:pt>
                <c:pt idx="3">
                  <c:v>291</c:v>
                </c:pt>
                <c:pt idx="4">
                  <c:v>119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</c:v>
                </c:pt>
                <c:pt idx="1">
                  <c:v>37</c:v>
                </c:pt>
                <c:pt idx="2">
                  <c:v>30</c:v>
                </c:pt>
                <c:pt idx="3">
                  <c:v>6</c:v>
                </c:pt>
                <c:pt idx="4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FEBRUARY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12,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28,147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349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Teams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28,147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(97).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from Prior Month (bps)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 bps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+9331 bps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+9726 bps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+8331 bps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+6331 bps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13,263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47.1%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+4712 bps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13,263.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(97.3%).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$4,152,197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7180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55280" y="331012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955280" y="331012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7955280" y="35661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9308592" y="331012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308592" y="331012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9308592" y="35661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10661904" y="331012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661904" y="331012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10661904" y="35661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7955280" y="396849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955280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7955280" y="422452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9308592" y="396849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308592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9308592" y="422452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7955280" y="4663440"/>
            <a:ext cx="4069080" cy="18928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955280" y="4663440"/>
            <a:ext cx="54864" cy="18928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065008" y="47183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8065008" y="4983480"/>
            <a:ext cx="3886200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$4,152,197.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($1,901,411).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February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February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$13,661,650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$13,661,650.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($6,318,826).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February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+646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+456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+1159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+1756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February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+876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+1875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+2170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February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$863,691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$-494,497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$587,291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$-80,610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$-393,160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$-157,512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$190,965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$-5,647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$-119,291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$37,223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$-39,982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$-87,693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$1,845,661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$-306,968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$-1,252,152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$1,845,661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$286,540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+12.3%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-28.3%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+30.4%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-71.4%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-27.9%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February 2026</dc:title>
  <dc:subject>PptxGenJS Presentation</dc:subject>
  <dc:creator>Oya Microcredit</dc:creator>
  <cp:lastModifiedBy>Oya Microcredit</cp:lastModifiedBy>
  <cp:revision>1</cp:revision>
  <dcterms:created xsi:type="dcterms:W3CDTF">2026-03-12T05:26:39Z</dcterms:created>
  <dcterms:modified xsi:type="dcterms:W3CDTF">2026-03-12T05:26:39Z</dcterms:modified>
</cp:coreProperties>
</file>