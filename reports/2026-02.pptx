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0.944763</c:v>
                </c:pt>
                <c:pt idx="1">
                  <c:v>0.933149</c:v>
                </c:pt>
                <c:pt idx="2">
                  <c:v>0.972603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1901411.216</c:v>
                </c:pt>
                <c:pt idx="1">
                  <c:v>1255542.636</c:v>
                </c:pt>
                <c:pt idx="2">
                  <c:v>349353.9326</c:v>
                </c:pt>
                <c:pt idx="3">
                  <c:v>548074.3098</c:v>
                </c:pt>
                <c:pt idx="4">
                  <c:v>97814.81481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216.685039</c:v>
                </c:pt>
                <c:pt idx="1">
                  <c:v>224.64531</c:v>
                </c:pt>
                <c:pt idx="2">
                  <c:v>217.937575</c:v>
                </c:pt>
                <c:pt idx="3">
                  <c:v>494.651904</c:v>
                </c:pt>
                <c:pt idx="4">
                  <c:v>171.304404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131</c:v>
                </c:pt>
                <c:pt idx="1">
                  <c:v>114</c:v>
                </c:pt>
                <c:pt idx="2">
                  <c:v>55</c:v>
                </c:pt>
                <c:pt idx="3">
                  <c:v>26</c:v>
                </c:pt>
                <c:pt idx="4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1328495.447</c:v>
                </c:pt>
                <c:pt idx="3">
                  <c:v>1332374.784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2571</c:v>
                </c:pt>
                <c:pt idx="1">
                  <c:v>2973</c:v>
                </c:pt>
                <c:pt idx="2">
                  <c:v>2658</c:v>
                </c:pt>
                <c:pt idx="3">
                  <c:v>1609</c:v>
                </c:pt>
                <c:pt idx="4">
                  <c:v>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</c:v>
                </c:pt>
                <c:pt idx="1">
                  <c:v>326</c:v>
                </c:pt>
                <c:pt idx="2">
                  <c:v>199</c:v>
                </c:pt>
                <c:pt idx="3">
                  <c:v>291</c:v>
                </c:pt>
                <c:pt idx="4">
                  <c:v>119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</c:v>
                </c:pt>
                <c:pt idx="1">
                  <c:v>37</c:v>
                </c:pt>
                <c:pt idx="2">
                  <c:v>30</c:v>
                </c:pt>
                <c:pt idx="3">
                  <c:v>6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12,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Change from Prior Month (bps)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-197 bps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+421 bps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+868 bps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 bps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+145 bps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+9215 bps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from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+65.9%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$4,152,197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$11,897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$4,152,197 (+5.4%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($1,901,411).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-6.5%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-40.2%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-14.9%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+34.1%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-33.3%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+78.3%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+470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+103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2026-03-12T21:58:45Z</dcterms:created>
  <dcterms:modified xsi:type="dcterms:W3CDTF">2026-03-12T21:58:45Z</dcterms:modified>
</cp:coreProperties>
</file>