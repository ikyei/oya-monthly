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493834.2037</c:v>
                </c:pt>
                <c:pt idx="3">
                  <c:v>210518.4175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423.165556</c:v>
                </c:pt>
                <c:pt idx="3">
                  <c:v>233.132245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39</c:v>
                </c:pt>
                <c:pt idx="3">
                  <c:v>41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2026-03-14T15:01:50Z</dcterms:created>
  <dcterms:modified xsi:type="dcterms:W3CDTF">2026-03-14T15:01:50Z</dcterms:modified>
</cp:coreProperties>
</file>