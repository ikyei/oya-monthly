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-2498</c:v>
                </c:pt>
                <c:pt idx="1">
                  <c:v>-2895</c:v>
                </c:pt>
                <c:pt idx="2">
                  <c:v>-2145</c:v>
                </c:pt>
                <c:pt idx="3">
                  <c:v>-1517</c:v>
                </c:pt>
                <c:pt idx="4">
                  <c:v>-676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-576</c:v>
                </c:pt>
                <c:pt idx="1">
                  <c:v>-346</c:v>
                </c:pt>
                <c:pt idx="2">
                  <c:v>-175</c:v>
                </c:pt>
                <c:pt idx="3">
                  <c:v>-282</c:v>
                </c:pt>
                <c:pt idx="4">
                  <c:v>-106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-60</c:v>
                </c:pt>
                <c:pt idx="1">
                  <c:v>-23</c:v>
                </c:pt>
                <c:pt idx="2">
                  <c:v>-23</c:v>
                </c:pt>
                <c:pt idx="3">
                  <c:v>-21</c:v>
                </c:pt>
                <c:pt idx="4">
                  <c:v>-68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11,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+1355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2026-03-11T23:04:21Z</dcterms:created>
  <dcterms:modified xsi:type="dcterms:W3CDTF">2026-03-11T23:04:21Z</dcterms:modified>
</cp:coreProperties>
</file>