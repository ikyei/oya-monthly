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7095911.809</c:v>
                </c:pt>
                <c:pt idx="1">
                  <c:v>4786073.167</c:v>
                </c:pt>
                <c:pt idx="2">
                  <c:v>1421675.472</c:v>
                </c:pt>
                <c:pt idx="3">
                  <c:v>1440365.185</c:v>
                </c:pt>
                <c:pt idx="4">
                  <c:v>577267.6961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-1249</c:v>
                </c:pt>
                <c:pt idx="1">
                  <c:v>0</c:v>
                </c:pt>
                <c:pt idx="2">
                  <c:v>-27</c:v>
                </c:pt>
                <c:pt idx="3">
                  <c:v>-16</c:v>
                </c:pt>
                <c:pt idx="4">
                  <c:v>-17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-288</c:v>
                </c:pt>
                <c:pt idx="1">
                  <c:v>0</c:v>
                </c:pt>
                <c:pt idx="2">
                  <c:v>-2</c:v>
                </c:pt>
                <c:pt idx="3">
                  <c:v>-3</c:v>
                </c:pt>
                <c:pt idx="4">
                  <c:v>-3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-60</c:v>
                </c:pt>
                <c:pt idx="1">
                  <c:v>0</c:v>
                </c:pt>
                <c:pt idx="2">
                  <c:v>-1</c:v>
                </c:pt>
                <c:pt idx="3">
                  <c:v>0</c:v>
                </c:pt>
                <c:pt idx="4">
                  <c:v>-3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11,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28,118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13,887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Teams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0.0%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+0 bps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926080"/>
            <a:ext cx="406908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2608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26080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7955280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955280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308592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08592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308592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9,890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0661904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61904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661904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1,557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55280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955280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1,568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308592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08592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9308592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733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955280" y="4005072"/>
            <a:ext cx="4069080" cy="2551176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55280" y="4005072"/>
            <a:ext cx="54864" cy="2551176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65008" y="4059936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065008" y="4279392"/>
            <a:ext cx="3886200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9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4343400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4343400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37160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298448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2459736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3621024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782312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172200" y="4343400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4343400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172200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333488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8494776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656064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817352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$15,321,293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8065008" y="3154680"/>
            <a:ext cx="388620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+1714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+1401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+330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+1934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+1109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+842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+2361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+2211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$-175,503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$369,337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$-1,033,683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$521,608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$521,608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27.7%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-59.1%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-23.8%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-77.8%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-25.0%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2026-03-11T16:18:18Z</dcterms:created>
  <dcterms:modified xsi:type="dcterms:W3CDTF">2026-03-11T16:18:18Z</dcterms:modified>
</cp:coreProperties>
</file>