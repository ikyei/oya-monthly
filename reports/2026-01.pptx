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4.xml"/><Relationship Id="rId2" Type="http://schemas.openxmlformats.org/officeDocument/2006/relationships/chart" Target="/ppt/charts/chart5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1809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2026-08-06T00:04:31Z</dcterms:created>
  <dcterms:modified xsi:type="dcterms:W3CDTF">2026-08-06T00:04:31Z</dcterms:modified>
</cp:coreProperties>
</file>