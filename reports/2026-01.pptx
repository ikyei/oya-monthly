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-2498</c:v>
                </c:pt>
                <c:pt idx="1">
                  <c:v>-2895</c:v>
                </c:pt>
                <c:pt idx="2">
                  <c:v>-2145</c:v>
                </c:pt>
                <c:pt idx="3">
                  <c:v>-1517</c:v>
                </c:pt>
                <c:pt idx="4">
                  <c:v>-676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-576</c:v>
                </c:pt>
                <c:pt idx="1">
                  <c:v>-346</c:v>
                </c:pt>
                <c:pt idx="2">
                  <c:v>-175</c:v>
                </c:pt>
                <c:pt idx="3">
                  <c:v>-282</c:v>
                </c:pt>
                <c:pt idx="4">
                  <c:v>-106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-60</c:v>
                </c:pt>
                <c:pt idx="1">
                  <c:v>-23</c:v>
                </c:pt>
                <c:pt idx="2">
                  <c:v>-23</c:v>
                </c:pt>
                <c:pt idx="3">
                  <c:v>-21</c:v>
                </c:pt>
                <c:pt idx="4">
                  <c:v>-68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11,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13,752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45.4%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+4540 bps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065008" y="4279392"/>
            <a:ext cx="388620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9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4343400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434340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3716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29844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245973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62102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8231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4343400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343400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17220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3348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849477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65606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81735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65008" y="3154680"/>
            <a:ext cx="388620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+2361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+2211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2026-03-11T19:45:47Z</dcterms:created>
  <dcterms:modified xsi:type="dcterms:W3CDTF">2026-03-11T19:45:47Z</dcterms:modified>
</cp:coreProperties>
</file>