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chart" Target="/ppt/charts/chart4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July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1809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(6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2026-07-06T00:13:41Z</dcterms:created>
  <dcterms:modified xsi:type="dcterms:W3CDTF">2026-07-06T00:13:41Z</dcterms:modified>
</cp:coreProperties>
</file>