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1148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1148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1148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347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1148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1148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1148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1148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1148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1148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926080"/>
            <a:ext cx="406908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2608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26080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7955280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308592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661904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308592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005072"/>
            <a:ext cx="4069080" cy="2551176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005072"/>
            <a:ext cx="54864" cy="2551176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059936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065008" y="4279392"/>
            <a:ext cx="3886200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9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4114800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41148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4114800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37160" y="4425696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298448" y="4425696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2459736" y="4425696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621024" y="4425696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782312" y="4425696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172200" y="4114800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41148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4114800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172200" y="4425696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333488" y="4425696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8494776" y="4425696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656064" y="4425696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817352" y="4425696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1148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1148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1148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42569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8065008" y="3154680"/>
            <a:ext cx="388620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2026-03-12T01:58:54Z</dcterms:created>
  <dcterms:modified xsi:type="dcterms:W3CDTF">2026-03-12T01:58:54Z</dcterms:modified>
</cp:coreProperties>
</file>