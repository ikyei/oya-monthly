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103</c:v>
                </c:pt>
                <c:pt idx="1">
                  <c:v>111</c:v>
                </c:pt>
                <c:pt idx="2">
                  <c:v>45</c:v>
                </c:pt>
                <c:pt idx="3">
                  <c:v>57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2069728.877</c:v>
                </c:pt>
                <c:pt idx="1">
                  <c:v>1080878.933</c:v>
                </c:pt>
                <c:pt idx="2">
                  <c:v>210518.4175</c:v>
                </c:pt>
                <c:pt idx="3">
                  <c:v>493834.2037</c:v>
                </c:pt>
                <c:pt idx="4">
                  <c:v>83007.24638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209.932942</c:v>
                </c:pt>
                <c:pt idx="1">
                  <c:v>218.315276</c:v>
                </c:pt>
                <c:pt idx="2">
                  <c:v>233.132245</c:v>
                </c:pt>
                <c:pt idx="3">
                  <c:v>423.165556</c:v>
                </c:pt>
                <c:pt idx="4">
                  <c:v>226.795755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</c:v>
                </c:pt>
                <c:pt idx="1">
                  <c:v>134</c:v>
                </c:pt>
                <c:pt idx="2">
                  <c:v>41</c:v>
                </c:pt>
                <c:pt idx="3">
                  <c:v>39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1124088.812</c:v>
                </c:pt>
                <c:pt idx="3">
                  <c:v>1169213.148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2498</c:v>
                </c:pt>
                <c:pt idx="1">
                  <c:v>2895</c:v>
                </c:pt>
                <c:pt idx="2">
                  <c:v>2145</c:v>
                </c:pt>
                <c:pt idx="3">
                  <c:v>1517</c:v>
                </c:pt>
                <c:pt idx="4">
                  <c:v>676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576</c:v>
                </c:pt>
                <c:pt idx="1">
                  <c:v>346</c:v>
                </c:pt>
                <c:pt idx="2">
                  <c:v>175</c:v>
                </c:pt>
                <c:pt idx="3">
                  <c:v>282</c:v>
                </c:pt>
                <c:pt idx="4">
                  <c:v>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23</c:v>
                </c:pt>
                <c:pt idx="2">
                  <c:v>23</c:v>
                </c:pt>
                <c:pt idx="3">
                  <c:v>21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12,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347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Teams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+9645 bps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+8911 bps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+8858 bps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+8310 bps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+6186 bps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+9112 bps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$3,937,968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7180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55280" y="331012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955280" y="331012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7955280" y="35661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9308592" y="331012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308592" y="331012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9308592" y="35661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10661904" y="331012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661904" y="331012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10661904" y="35661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955280" y="396849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955280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7955280" y="422452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9308592" y="396849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308592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9308592" y="422452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7955280" y="4663440"/>
            <a:ext cx="4069080" cy="18928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955280" y="4663440"/>
            <a:ext cx="54864" cy="18928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065008" y="47183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8065008" y="4983480"/>
            <a:ext cx="3886200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$3,937,968.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($2,069,729).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+452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+514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+1107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+268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+1572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+619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+1736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+201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+1700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2026-03-12T02:28:51Z</dcterms:created>
  <dcterms:modified xsi:type="dcterms:W3CDTF">2026-03-12T02:28:51Z</dcterms:modified>
</cp:coreProperties>
</file>