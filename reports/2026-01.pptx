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2498</c:v>
                </c:pt>
                <c:pt idx="1">
                  <c:v>2895</c:v>
                </c:pt>
                <c:pt idx="2">
                  <c:v>2145</c:v>
                </c:pt>
                <c:pt idx="3">
                  <c:v>1517</c:v>
                </c:pt>
                <c:pt idx="4">
                  <c:v>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576</c:v>
                </c:pt>
                <c:pt idx="1">
                  <c:v>346</c:v>
                </c:pt>
                <c:pt idx="2">
                  <c:v>175</c:v>
                </c:pt>
                <c:pt idx="3">
                  <c:v>282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347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Teams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+9645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+9112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2608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260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2608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55280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955280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308592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08592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308592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0661904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61904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661904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55280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955280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9308592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08592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9308592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7955280" y="4005072"/>
            <a:ext cx="4069080" cy="2551176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55280" y="4005072"/>
            <a:ext cx="54864" cy="2551176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65008" y="4059936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8065008" y="4325112"/>
            <a:ext cx="3886200" cy="2139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2026-03-12T02:09:30Z</dcterms:created>
  <dcterms:modified xsi:type="dcterms:W3CDTF">2026-03-12T02:09:30Z</dcterms:modified>
</cp:coreProperties>
</file>