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Kenya</c:v>
                  </c:pt>
                  <c:pt idx="1">
                    <c:v>Tanzania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111</c:v>
                </c:pt>
                <c:pt idx="1">
                  <c:v>103</c:v>
                </c:pt>
                <c:pt idx="2">
                  <c:v>57</c:v>
                </c:pt>
                <c:pt idx="3">
                  <c:v>45</c:v>
                </c:pt>
                <c:pt idx="4">
                  <c:v>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0.96448</c:v>
                </c:pt>
                <c:pt idx="1">
                  <c:v>0.891081</c:v>
                </c:pt>
                <c:pt idx="2">
                  <c:v>0.885795</c:v>
                </c:pt>
                <c:pt idx="3">
                  <c:v>0.831038</c:v>
                </c:pt>
                <c:pt idx="4">
                  <c:v>0.618565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2901600.368</c:v>
                </c:pt>
                <c:pt idx="1">
                  <c:v>2078321.191</c:v>
                </c:pt>
                <c:pt idx="2">
                  <c:v>624808.0046</c:v>
                </c:pt>
                <c:pt idx="3">
                  <c:v>351200.5457</c:v>
                </c:pt>
                <c:pt idx="4">
                  <c:v>152463.7681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209.501832</c:v>
                </c:pt>
                <c:pt idx="1">
                  <c:v>209.761929</c:v>
                </c:pt>
                <c:pt idx="2">
                  <c:v>415.984024</c:v>
                </c:pt>
                <c:pt idx="3">
                  <c:v>225.417552</c:v>
                </c:pt>
                <c:pt idx="4">
                  <c:v>213.534689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247</c:v>
                </c:pt>
                <c:pt idx="1">
                  <c:v>230</c:v>
                </c:pt>
                <c:pt idx="2">
                  <c:v>33</c:v>
                </c:pt>
                <c:pt idx="3">
                  <c:v>68</c:v>
                </c:pt>
                <c:pt idx="4">
                  <c:v>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5610175.933</c:v>
                </c:pt>
                <c:pt idx="1">
                  <c:v>3784306.511</c:v>
                </c:pt>
                <c:pt idx="2">
                  <c:v>1169213.148</c:v>
                </c:pt>
                <c:pt idx="3">
                  <c:v>1124088.812</c:v>
                </c:pt>
                <c:pt idx="4">
                  <c:v>469005.4218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338</c:v>
                </c:pt>
                <c:pt idx="1">
                  <c:v>758</c:v>
                </c:pt>
                <c:pt idx="2">
                  <c:v>1073</c:v>
                </c:pt>
                <c:pt idx="3">
                  <c:v>1249</c:v>
                </c:pt>
                <c:pt idx="4">
                  <c:v>1447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53</c:v>
                </c:pt>
                <c:pt idx="1">
                  <c:v>88</c:v>
                </c:pt>
                <c:pt idx="2">
                  <c:v>141</c:v>
                </c:pt>
                <c:pt idx="3">
                  <c:v>173</c:v>
                </c:pt>
                <c:pt idx="4">
                  <c:v>288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Sierra Leone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</c:v>
                </c:pt>
                <c:pt idx="1">
                  <c:v>23</c:v>
                </c:pt>
                <c:pt idx="2">
                  <c:v>23</c:v>
                </c:pt>
                <c:pt idx="3">
                  <c:v>60</c:v>
                </c:pt>
                <c:pt idx="4">
                  <c:v>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JANUARY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17,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30,291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30,291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had the highest avg applications per team (111).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27,600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91.1%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27,600.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approval rate (96.4%).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$6,108,394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79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9476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9476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9476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7955280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308592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308592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10661904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10661904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7955280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955280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08592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9308592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7955280" y="5577840"/>
            <a:ext cx="4069080" cy="9784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577840"/>
            <a:ext cx="54864" cy="9784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6327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897880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$6,108,394.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($2,901,600).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January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January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Median Days from Application to Disbursement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Median Turnaround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$12,156,790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$12,156,790.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($5,610,176).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January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January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January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$871,059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$-147,088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$-495,207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$-334,214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$615,703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$-70,862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$-382,270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$183,186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$-7,306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$-120,605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$-59,801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$148,399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$-140,209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$-113,329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$67,009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$-34,270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$-102,159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$1,885,356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$-330,066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$-1,240,449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$-507,344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$1,885,356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$314,841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16.7%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-59.2%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January 2026</dc:title>
  <dc:subject>PptxGenJS Presentation</dc:subject>
  <dc:creator>Oya Microcredit</dc:creator>
  <cp:lastModifiedBy>Oya Microcredit</cp:lastModifiedBy>
  <cp:revision>1</cp:revision>
  <dcterms:created xsi:type="dcterms:W3CDTF">2026-03-17T14:46:28Z</dcterms:created>
  <dcterms:modified xsi:type="dcterms:W3CDTF">2026-03-17T14:46:28Z</dcterms:modified>
</cp:coreProperties>
</file>