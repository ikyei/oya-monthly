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6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1.xlsx"/></Relationships>
</file>

<file path=ppt/charts/_rels/chart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2.xlsx"/></Relationships>
</file>

<file path=ppt/charts/_rels/chart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3.xlsx"/></Relationships>
</file>

<file path=ppt/charts/_rels/chart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4.xlsx"/></Relationships>
</file>

<file path=ppt/charts/_rels/chart6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5.xlsx"/></Relationships>
</file>

<file path=ppt/charts/_rels/chart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6.xlsx"/></Relationships>
</file>

<file path=ppt/charts/_rels/chart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7.xlsx"/></Relationships>
</file>

<file path=ppt/charts/_rels/chart6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8.xlsx"/></Relationships>
</file>

<file path=ppt/charts/_rels/chart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9.xlsx"/></Relationships>
</file>

<file path=ppt/charts/_rels/chart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0.xlsx"/></Relationships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4.xml"/><Relationship Id="rId2" Type="http://schemas.openxmlformats.org/officeDocument/2006/relationships/chart" Target="/ppt/charts/chart6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September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1809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2026-09-06T00:46:26Z</dcterms:created>
  <dcterms:modified xsi:type="dcterms:W3CDTF">2026-09-06T00:46:26Z</dcterms:modified>
</cp:coreProperties>
</file>