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2498</c:v>
                </c:pt>
                <c:pt idx="1">
                  <c:v>2895</c:v>
                </c:pt>
                <c:pt idx="2">
                  <c:v>2145</c:v>
                </c:pt>
                <c:pt idx="3">
                  <c:v>1517</c:v>
                </c:pt>
                <c:pt idx="4">
                  <c:v>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576</c:v>
                </c:pt>
                <c:pt idx="1">
                  <c:v>346</c:v>
                </c:pt>
                <c:pt idx="2">
                  <c:v>175</c:v>
                </c:pt>
                <c:pt idx="3">
                  <c:v>282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23</c:v>
                </c:pt>
                <c:pt idx="2">
                  <c:v>23</c:v>
                </c:pt>
                <c:pt idx="3">
                  <c:v>21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12,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+9645 bps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+8911 bps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+8858 bps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+8310 bps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+6186 bps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+9112 bps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$11,349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$3,937,968.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($2,069,729).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+514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+268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+1736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+1700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2026-03-12T23:34:01Z</dcterms:created>
  <dcterms:modified xsi:type="dcterms:W3CDTF">2026-03-12T23:34:01Z</dcterms:modified>
</cp:coreProperties>
</file>