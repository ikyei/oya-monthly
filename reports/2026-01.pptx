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</c:v>
                </c:pt>
                <c:pt idx="1">
                  <c:v>65</c:v>
                </c:pt>
                <c:pt idx="2">
                  <c:v>26</c:v>
                </c:pt>
                <c:pt idx="3">
                  <c:v>25</c:v>
                </c:pt>
                <c:pt idx="4">
                  <c:v>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2103650.315</c:v>
                </c:pt>
                <c:pt idx="1">
                  <c:v>1080878.933</c:v>
                </c:pt>
                <c:pt idx="2">
                  <c:v>227864.7372</c:v>
                </c:pt>
                <c:pt idx="3">
                  <c:v>372652.1739</c:v>
                </c:pt>
                <c:pt idx="4">
                  <c:v>79825.78397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214.789699</c:v>
                </c:pt>
                <c:pt idx="1">
                  <c:v>218.315276</c:v>
                </c:pt>
                <c:pt idx="2">
                  <c:v>252.341902</c:v>
                </c:pt>
                <c:pt idx="3">
                  <c:v>425.402025</c:v>
                </c:pt>
                <c:pt idx="4">
                  <c:v>218.103235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218</c:v>
                </c:pt>
                <c:pt idx="1">
                  <c:v>134</c:v>
                </c:pt>
                <c:pt idx="2">
                  <c:v>41</c:v>
                </c:pt>
                <c:pt idx="3">
                  <c:v>29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7255634.044</c:v>
                </c:pt>
                <c:pt idx="1">
                  <c:v>4786073.167</c:v>
                </c:pt>
                <c:pt idx="2">
                  <c:v>1538818.844</c:v>
                </c:pt>
                <c:pt idx="3">
                  <c:v>1427026.151</c:v>
                </c:pt>
                <c:pt idx="4">
                  <c:v>555142.4534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-7518</c:v>
                </c:pt>
                <c:pt idx="1">
                  <c:v>-2895</c:v>
                </c:pt>
                <c:pt idx="2">
                  <c:v>-5264</c:v>
                </c:pt>
                <c:pt idx="3">
                  <c:v>-2042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-841</c:v>
                </c:pt>
                <c:pt idx="1">
                  <c:v>-346</c:v>
                </c:pt>
                <c:pt idx="2">
                  <c:v>-716</c:v>
                </c:pt>
                <c:pt idx="3">
                  <c:v>-388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-156</c:v>
                </c:pt>
                <c:pt idx="1">
                  <c:v>-23</c:v>
                </c:pt>
                <c:pt idx="2">
                  <c:v>-19</c:v>
                </c:pt>
                <c:pt idx="3">
                  <c:v>-62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11,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18,579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56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330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Teams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0.0%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+0 bps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$3,864,872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926080"/>
            <a:ext cx="406908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2608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26080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7955280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955280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308592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08592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308592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0661904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61904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661904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55280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955280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9308592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08592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9308592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7955280" y="4005072"/>
            <a:ext cx="4069080" cy="2551176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55280" y="4005072"/>
            <a:ext cx="54864" cy="2551176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65008" y="4059936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065008" y="4279392"/>
            <a:ext cx="3886200" cy="2185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9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4343400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4343400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37160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298448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2459736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3621024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782312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172200" y="4343400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4343400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172200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333488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8494776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656064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817352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$15,562,695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8065008" y="3154680"/>
            <a:ext cx="3886200" cy="3310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+1714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+1401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+330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+1934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+944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+649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+1995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+1857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$716,856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$-897,871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$186,729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$-65,799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$-234,258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$172,432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$-6,675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$-225,558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$1,691,720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$-296,537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$-1,739,957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$-344,774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$1,691,720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$-344,774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-20.4%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2026-03-11T17:22:58Z</dcterms:created>
  <dcterms:modified xsi:type="dcterms:W3CDTF">2026-03-11T17:22:58Z</dcterms:modified>
</cp:coreProperties>
</file>