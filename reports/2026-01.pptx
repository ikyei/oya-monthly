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Kenya</c:v>
                  </c:pt>
                  <c:pt idx="1">
                    <c:v>Tanzania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111</c:v>
                </c:pt>
                <c:pt idx="1">
                  <c:v>103</c:v>
                </c:pt>
                <c:pt idx="2">
                  <c:v>57</c:v>
                </c:pt>
                <c:pt idx="3">
                  <c:v>45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2901600.368</c:v>
                </c:pt>
                <c:pt idx="1">
                  <c:v>2078321.191</c:v>
                </c:pt>
                <c:pt idx="2">
                  <c:v>624808.0046</c:v>
                </c:pt>
                <c:pt idx="3">
                  <c:v>351200.5457</c:v>
                </c:pt>
                <c:pt idx="4">
                  <c:v>152463.7681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209.501832</c:v>
                </c:pt>
                <c:pt idx="1">
                  <c:v>209.761929</c:v>
                </c:pt>
                <c:pt idx="2">
                  <c:v>415.984024</c:v>
                </c:pt>
                <c:pt idx="3">
                  <c:v>225.417552</c:v>
                </c:pt>
                <c:pt idx="4">
                  <c:v>213.534689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247</c:v>
                </c:pt>
                <c:pt idx="1">
                  <c:v>230</c:v>
                </c:pt>
                <c:pt idx="2">
                  <c:v>33</c:v>
                </c:pt>
                <c:pt idx="3">
                  <c:v>68</c:v>
                </c:pt>
                <c:pt idx="4">
                  <c:v>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Nigeria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1169213.148</c:v>
                </c:pt>
                <c:pt idx="3">
                  <c:v>1124088.812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338</c:v>
                </c:pt>
                <c:pt idx="1">
                  <c:v>758</c:v>
                </c:pt>
                <c:pt idx="2">
                  <c:v>1073</c:v>
                </c:pt>
                <c:pt idx="3">
                  <c:v>1249</c:v>
                </c:pt>
                <c:pt idx="4">
                  <c:v>1447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</c:v>
                </c:pt>
                <c:pt idx="1">
                  <c:v>88</c:v>
                </c:pt>
                <c:pt idx="2">
                  <c:v>141</c:v>
                </c:pt>
                <c:pt idx="3">
                  <c:v>173</c:v>
                </c:pt>
                <c:pt idx="4">
                  <c:v>288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</c:v>
                </c:pt>
                <c:pt idx="1">
                  <c:v>23</c:v>
                </c:pt>
                <c:pt idx="2">
                  <c:v>23</c:v>
                </c:pt>
                <c:pt idx="3">
                  <c:v>60</c:v>
                </c:pt>
                <c:pt idx="4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chart" Target="/ppt/charts/chart2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May 5,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30,291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(111).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27,600.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approval rate (96.4%).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$6,108,394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79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$6,108,394.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($2,901,600).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1809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3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Sierra Leone (6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$12,156,790.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($5,610,176).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2026-05-05T23:56:05Z</dcterms:created>
  <dcterms:modified xsi:type="dcterms:W3CDTF">2026-05-05T23:56:05Z</dcterms:modified>
</cp:coreProperties>
</file>