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7180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55280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955280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308592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661904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955280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9308592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663440"/>
            <a:ext cx="4069080" cy="18928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663440"/>
            <a:ext cx="54864" cy="18928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7183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065008" y="4983480"/>
            <a:ext cx="388620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2026-03-12T02:21:40Z</dcterms:created>
  <dcterms:modified xsi:type="dcterms:W3CDTF">2026-03-12T02:21:40Z</dcterms:modified>
</cp:coreProperties>
</file>