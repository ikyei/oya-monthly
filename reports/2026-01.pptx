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2901600.368</c:v>
                </c:pt>
                <c:pt idx="1">
                  <c:v>2078321.191</c:v>
                </c:pt>
                <c:pt idx="2">
                  <c:v>624808.0046</c:v>
                </c:pt>
                <c:pt idx="3">
                  <c:v>351200.5457</c:v>
                </c:pt>
                <c:pt idx="4">
                  <c:v>152463.7681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209.501832</c:v>
                </c:pt>
                <c:pt idx="1">
                  <c:v>209.761929</c:v>
                </c:pt>
                <c:pt idx="2">
                  <c:v>415.984024</c:v>
                </c:pt>
                <c:pt idx="3">
                  <c:v>225.417552</c:v>
                </c:pt>
                <c:pt idx="4">
                  <c:v>213.534689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</c:v>
                </c:pt>
                <c:pt idx="1">
                  <c:v>230</c:v>
                </c:pt>
                <c:pt idx="2">
                  <c:v>33</c:v>
                </c:pt>
                <c:pt idx="3">
                  <c:v>68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$6,108,394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$6,108,394.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($2,901,600).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Median Days from Application to Disbursement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 Turnaround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1809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 turnaround: N/A.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2026-03-17T18:13:05Z</dcterms:created>
  <dcterms:modified xsi:type="dcterms:W3CDTF">2026-03-17T18:13:05Z</dcterms:modified>
</cp:coreProperties>
</file>