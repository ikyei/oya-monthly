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</c:v>
                </c:pt>
                <c:pt idx="2">
                  <c:v>26</c:v>
                </c:pt>
                <c:pt idx="3">
                  <c:v>25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227864.7372</c:v>
                </c:pt>
                <c:pt idx="3">
                  <c:v>372652.1739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252.341902</c:v>
                </c:pt>
                <c:pt idx="3">
                  <c:v>425.402025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29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7095911.809</c:v>
                </c:pt>
                <c:pt idx="1">
                  <c:v>4786073.167</c:v>
                </c:pt>
                <c:pt idx="2">
                  <c:v>1538818.844</c:v>
                </c:pt>
                <c:pt idx="3">
                  <c:v>1427026.151</c:v>
                </c:pt>
                <c:pt idx="4">
                  <c:v>577267.6961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-1249</c:v>
                </c:pt>
                <c:pt idx="1">
                  <c:v>0</c:v>
                </c:pt>
                <c:pt idx="2">
                  <c:v>-5264</c:v>
                </c:pt>
                <c:pt idx="3">
                  <c:v>-2042</c:v>
                </c:pt>
                <c:pt idx="4">
                  <c:v>-17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-288</c:v>
                </c:pt>
                <c:pt idx="1">
                  <c:v>0</c:v>
                </c:pt>
                <c:pt idx="2">
                  <c:v>-716</c:v>
                </c:pt>
                <c:pt idx="3">
                  <c:v>-388</c:v>
                </c:pt>
                <c:pt idx="4">
                  <c:v>-3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-60</c:v>
                </c:pt>
                <c:pt idx="1">
                  <c:v>0</c:v>
                </c:pt>
                <c:pt idx="2">
                  <c:v>-19</c:v>
                </c:pt>
                <c:pt idx="3">
                  <c:v>-62</c:v>
                </c:pt>
                <c:pt idx="4">
                  <c:v>-3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1809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11,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26,845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10,834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Teams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 bps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0.0%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+0 bps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065008" y="4251960"/>
            <a:ext cx="3886200" cy="2212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$3,834,132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926080"/>
            <a:ext cx="406908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2608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26080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955280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308592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308592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308592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9,890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0661904" y="32461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661904" y="324612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661904" y="3502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55280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9308592" y="3867912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08592" y="3867912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308592" y="412394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733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955280" y="4005072"/>
            <a:ext cx="4069080" cy="2551176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955280" y="4005072"/>
            <a:ext cx="54864" cy="2551176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065008" y="4059936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065008" y="4279392"/>
            <a:ext cx="388620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9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4343400"/>
            <a:ext cx="59893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4343400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3716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29844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245973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362102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8231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4343400"/>
            <a:ext cx="585216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343400"/>
            <a:ext cx="5742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172200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333488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8494776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9656064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10817352" y="464515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4343400"/>
            <a:ext cx="777240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4343400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4343400"/>
            <a:ext cx="7662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655064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172968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90872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08776" y="464515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$15,425,098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065008" y="3154680"/>
            <a:ext cx="3886200" cy="3310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+1714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+1401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+330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+1934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+1109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+842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+1995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+2211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$-175,503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$369,337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$186,729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$-65,799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$-234,258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$172,432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$-6,675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$-225,558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$1,912,932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$-324,695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$-1,232,685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$355,552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$1,912,932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$355,552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18.6%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9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74320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743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2026-03-11T16:50:29Z</dcterms:created>
  <dcterms:modified xsi:type="dcterms:W3CDTF">2026-03-11T16:50:29Z</dcterms:modified>
</cp:coreProperties>
</file>