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3444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69164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69164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78308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2402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69748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6974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78892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24612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955280" y="370332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379476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001000" y="425196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Turnaround Time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955280" y="4709160"/>
            <a:ext cx="4069080" cy="18470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955280" y="4709160"/>
            <a:ext cx="54864" cy="18470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065008" y="47640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065008" y="5029200"/>
            <a:ext cx="388620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TAT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2026-03-17T04:27:27Z</dcterms:created>
  <dcterms:modified xsi:type="dcterms:W3CDTF">2026-03-17T04:27:27Z</dcterms:modified>
</cp:coreProperties>
</file>