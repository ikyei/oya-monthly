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+9645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+8911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+8858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+8310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+6186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+9112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$11,349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2026-03-12T15:28:52Z</dcterms:created>
  <dcterms:modified xsi:type="dcterms:W3CDTF">2026-03-12T15:28:52Z</dcterms:modified>
</cp:coreProperties>
</file>