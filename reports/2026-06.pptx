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70</c:v>
                </c:pt>
                <c:pt idx="2">
                  <c:v>67</c:v>
                </c:pt>
                <c:pt idx="3">
                  <c:v>49</c:v>
                </c:pt>
                <c:pt idx="4">
                  <c:v>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0.972281</c:v>
                </c:pt>
                <c:pt idx="1">
                  <c:v>0.875402</c:v>
                </c:pt>
                <c:pt idx="2">
                  <c:v>0.845448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2538173.904</c:v>
                </c:pt>
                <c:pt idx="1">
                  <c:v>1767763.361</c:v>
                </c:pt>
                <c:pt idx="2">
                  <c:v>643913.8174</c:v>
                </c:pt>
                <c:pt idx="3">
                  <c:v>566257.6687</c:v>
                </c:pt>
                <c:pt idx="4">
                  <c:v>165824.8175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236.924662</c:v>
                </c:pt>
                <c:pt idx="1">
                  <c:v>270.548418</c:v>
                </c:pt>
                <c:pt idx="2">
                  <c:v>517.615609</c:v>
                </c:pt>
                <c:pt idx="3">
                  <c:v>210.114163</c:v>
                </c:pt>
                <c:pt idx="4">
                  <c:v>187.797075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145</c:v>
                </c:pt>
                <c:pt idx="1">
                  <c:v>80</c:v>
                </c:pt>
                <c:pt idx="2">
                  <c:v>23</c:v>
                </c:pt>
                <c:pt idx="3">
                  <c:v>66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5509732.064</c:v>
                </c:pt>
                <c:pt idx="1">
                  <c:v>4012861.06</c:v>
                </c:pt>
                <c:pt idx="2">
                  <c:v>1477112.276</c:v>
                </c:pt>
                <c:pt idx="3">
                  <c:v>1300629.094</c:v>
                </c:pt>
                <c:pt idx="4">
                  <c:v>381473.2377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589</c:v>
                </c:pt>
                <c:pt idx="1">
                  <c:v>932</c:v>
                </c:pt>
                <c:pt idx="2">
                  <c:v>1247</c:v>
                </c:pt>
                <c:pt idx="3">
                  <c:v>1509</c:v>
                </c:pt>
                <c:pt idx="4">
                  <c:v>1565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119</c:v>
                </c:pt>
                <c:pt idx="1">
                  <c:v>148</c:v>
                </c:pt>
                <c:pt idx="2">
                  <c:v>171</c:v>
                </c:pt>
                <c:pt idx="3">
                  <c:v>234</c:v>
                </c:pt>
                <c:pt idx="4">
                  <c:v>278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31</c:v>
                </c:pt>
                <c:pt idx="2">
                  <c:v>49</c:v>
                </c:pt>
                <c:pt idx="3">
                  <c:v>95</c:v>
                </c:pt>
                <c:pt idx="4">
                  <c:v>118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22,480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66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22,480 applications (-1.2%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(78).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8,644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38.5%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8,644.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(97.2%).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$5,681,934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+13.4%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65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$5,681,934 (+13.4%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($2,538,174).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June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June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$12,681,808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$12,681,808 (-1.1%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($5,509,732).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June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June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June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$935,757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$-246,951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$-581,913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$85,139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$217,156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$-8,988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$-136,092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$615,442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$-142,265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$-440,921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$202,213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$-63,489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$-148,284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$-24,718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$-78,291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$2,023,963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$-486,411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$-1,385,500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$127,878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$2,023,963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$152,051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+138.5%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June 2026</dc:title>
  <dc:subject>PptxGenJS Presentation</dc:subject>
  <dc:creator>Oya Microcredit</dc:creator>
  <cp:lastModifiedBy>Oya Microcredit</cp:lastModifiedBy>
  <cp:revision>1</cp:revision>
  <dcterms:created xsi:type="dcterms:W3CDTF">2026-08-06T00:04:31Z</dcterms:created>
  <dcterms:modified xsi:type="dcterms:W3CDTF">2026-08-06T00:04:31Z</dcterms:modified>
</cp:coreProperties>
</file>