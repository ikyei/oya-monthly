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</c:v>
                </c:pt>
                <c:pt idx="1">
                  <c:v>72</c:v>
                </c:pt>
                <c:pt idx="2">
                  <c:v>67</c:v>
                </c:pt>
                <c:pt idx="3">
                  <c:v>56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0.868791</c:v>
                </c:pt>
                <c:pt idx="1">
                  <c:v>0.855556</c:v>
                </c:pt>
                <c:pt idx="2">
                  <c:v>0.84855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1990982.394</c:v>
                </c:pt>
                <c:pt idx="1">
                  <c:v>1700092.707</c:v>
                </c:pt>
                <c:pt idx="2">
                  <c:v>590810.7347</c:v>
                </c:pt>
                <c:pt idx="3">
                  <c:v>584703.0753</c:v>
                </c:pt>
                <c:pt idx="4">
                  <c:v>141861.3139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238.127305</c:v>
                </c:pt>
                <c:pt idx="1">
                  <c:v>269.002011</c:v>
                </c:pt>
                <c:pt idx="2">
                  <c:v>523.30446</c:v>
                </c:pt>
                <c:pt idx="3">
                  <c:v>221.478438</c:v>
                </c:pt>
                <c:pt idx="4">
                  <c:v>173.849649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</c:v>
                </c:pt>
                <c:pt idx="1">
                  <c:v>87</c:v>
                </c:pt>
                <c:pt idx="2">
                  <c:v>21</c:v>
                </c:pt>
                <c:pt idx="3">
                  <c:v>61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5710304.624</c:v>
                </c:pt>
                <c:pt idx="1">
                  <c:v>3973010.654</c:v>
                </c:pt>
                <c:pt idx="2">
                  <c:v>1443490.491</c:v>
                </c:pt>
                <c:pt idx="3">
                  <c:v>1302477.02</c:v>
                </c:pt>
                <c:pt idx="4">
                  <c:v>391474.2133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733</c:v>
                </c:pt>
                <c:pt idx="1">
                  <c:v>896</c:v>
                </c:pt>
                <c:pt idx="2">
                  <c:v>1140</c:v>
                </c:pt>
                <c:pt idx="3">
                  <c:v>1313</c:v>
                </c:pt>
                <c:pt idx="4">
                  <c:v>1429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162</c:v>
                </c:pt>
                <c:pt idx="2">
                  <c:v>179</c:v>
                </c:pt>
                <c:pt idx="3">
                  <c:v>191</c:v>
                </c:pt>
                <c:pt idx="4">
                  <c:v>312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13</c:v>
                </c:pt>
                <c:pt idx="2">
                  <c:v>53</c:v>
                </c:pt>
                <c:pt idx="3">
                  <c:v>74</c:v>
                </c:pt>
                <c:pt idx="4">
                  <c:v>109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22,759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22,759 applications (-5.3%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(73).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8,479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8,479.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(86.9%).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$5,008,450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111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$5,008,450 (-11.0%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($1,990,982).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2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Nigeria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$12,820,757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$12,820,757 (-6.8%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($5,710,305).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$883,385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$-268,964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$-429,280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$185,140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$246,889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$-9,296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$616,805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$-129,637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$-457,120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$188,225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$-52,404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$-139,826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$-90,331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$1,960,179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$-481,461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$-1,250,839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$227,879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$403,864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$1,960,179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$227,879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May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