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68</c:v>
                </c:pt>
                <c:pt idx="2">
                  <c:v>47</c:v>
                </c:pt>
                <c:pt idx="3">
                  <c:v>45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647524.7959</c:v>
                </c:pt>
                <c:pt idx="1">
                  <c:v>576396.6555</c:v>
                </c:pt>
                <c:pt idx="2">
                  <c:v>157919.708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490.549088</c:v>
                </c:pt>
                <c:pt idx="1">
                  <c:v>222.97743</c:v>
                </c:pt>
                <c:pt idx="2">
                  <c:v>186.006723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63</c:v>
                </c:pt>
                <c:pt idx="2">
                  <c:v>42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4041137.379</c:v>
                </c:pt>
                <c:pt idx="1">
                  <c:v>1412239.874</c:v>
                </c:pt>
                <c:pt idx="2">
                  <c:v>1302464.715</c:v>
                </c:pt>
                <c:pt idx="3">
                  <c:v>359022.5146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701</c:v>
                </c:pt>
                <c:pt idx="2">
                  <c:v>838</c:v>
                </c:pt>
                <c:pt idx="3">
                  <c:v>1176</c:v>
                </c:pt>
                <c:pt idx="4">
                  <c:v>1359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126</c:v>
                </c:pt>
                <c:pt idx="2">
                  <c:v>151</c:v>
                </c:pt>
                <c:pt idx="3">
                  <c:v>168</c:v>
                </c:pt>
                <c:pt idx="4">
                  <c:v>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28</c:v>
                </c:pt>
                <c:pt idx="3">
                  <c:v>28</c:v>
                </c:pt>
                <c:pt idx="4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13,171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+0.0%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13,171 applications (+3.8%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$1,381,841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-56.0%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$1,381,841 (-56.0%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 had the highest disbursements ($647,525).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Uganda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$7,114,864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-0.8%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$7,114,864 (-0.8%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has the largest loan book ($4,041,137).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$1,188,863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$-236,332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$-782,678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$169,853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$45,158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$1,188,863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$169,853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2026-08-07T13:47:48Z</dcterms:created>
  <dcterms:modified xsi:type="dcterms:W3CDTF">2026-08-07T13:47:48Z</dcterms:modified>
</cp:coreProperties>
</file>